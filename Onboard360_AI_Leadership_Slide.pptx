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7F0000"/>
                </a:solidFill>
              </a:defRPr>
            </a:pPr>
            <a:r>
              <a:t>Onboard360 AI: Reinventing Partner Onboarding for the Intelligent Enterprise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Re-imagining partner onboarding with intelligence, scale, and speed.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Current Challenges</a:t>
            </a:r>
          </a:p>
          <a:p>
            <a:pPr>
              <a:spcAft>
                <a:spcPts val="600"/>
              </a:spcAft>
              <a:defRPr sz="1400"/>
            </a:pPr>
            <a:r>
              <a:t>⚠️ Fragmented tools, manual SME validation, and compliance risk</a:t>
            </a:r>
            <a:br/>
            <a:r>
              <a:t>⏱️ Delays and backlogs from missing data and unclear ownership</a:t>
            </a:r>
            <a:br/>
            <a:r>
              <a:t>🧾 No unified visibility into SLAs, risks, or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Why We Must Transform</a:t>
            </a:r>
          </a:p>
          <a:p>
            <a:pPr>
              <a:spcAft>
                <a:spcPts val="600"/>
              </a:spcAft>
              <a:defRPr sz="1400"/>
            </a:pPr>
            <a:r>
              <a:t>🔁 Disconnected systems across Excel, Jira, APIGEE, IAM</a:t>
            </a:r>
            <a:br/>
            <a:r>
              <a:t>📉 &lt;10% onboarding requests picked up</a:t>
            </a:r>
            <a:br/>
            <a:r>
              <a:t>🚧 High SME dependency and lack of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Strategic Impact Areas</a:t>
            </a:r>
          </a:p>
          <a:p>
            <a:pPr>
              <a:spcAft>
                <a:spcPts val="600"/>
              </a:spcAft>
              <a:defRPr sz="1400"/>
            </a:pPr>
            <a:r>
              <a:t>🎯 Product Mgmt: Accelerated launches, reduced rework</a:t>
            </a:r>
            <a:br/>
            <a:r>
              <a:t>👥 Leadership: Visibility into SLAs and proactive governance</a:t>
            </a:r>
            <a:br/>
            <a:r>
              <a:t>📊 Partner Resources: Reduced burnout and automation-enabled scaling</a:t>
            </a:r>
            <a:br/>
            <a:r>
              <a:t>💰 Financial: Cost savings from efficiency and faster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The Vision — Onboard360 AI</a:t>
            </a:r>
          </a:p>
          <a:p>
            <a:pPr>
              <a:spcAft>
                <a:spcPts val="600"/>
              </a:spcAft>
              <a:defRPr sz="1400"/>
            </a:pPr>
            <a:r>
              <a:t>🤖 Automates repetitive tasks</a:t>
            </a:r>
            <a:br/>
            <a:r>
              <a:t>✅ Validates inputs in real-time</a:t>
            </a:r>
            <a:br/>
            <a:r>
              <a:t>🧠 Guides partners with contextual intelligence</a:t>
            </a:r>
            <a:br/>
            <a:r>
              <a:t>📈 Tracks SLAs and ensures compliance</a:t>
            </a:r>
            <a:br/>
            <a:br/>
            <a:r>
              <a:t>AI acts as a co-pilot, not a replacement — empowering humans to focus on what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6F3198"/>
                </a:solidFill>
              </a:defRPr>
            </a:pPr>
            <a:r>
              <a:t>We’re not just digitizing onboarding — we’re redesigning it for intelligence, scale, and speed.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