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7F0000"/>
                </a:solidFill>
              </a:defRPr>
            </a:pPr>
            <a:r>
              <a:t>Onboard360 AI: Reinventing Partner Onboarding for the Intelligent Enterprise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Re-imagining partner onboarding with intelligence, scale, and speed.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003366"/>
                </a:solidFill>
              </a:defRPr>
            </a:pPr>
            <a:r>
              <a:t>Current Challenges</a:t>
            </a:r>
          </a:p>
          <a:p>
            <a:pPr>
              <a:spcAft>
                <a:spcPts val="600"/>
              </a:spcAft>
              <a:defRPr sz="1400"/>
            </a:pPr>
            <a:r>
              <a:t>⚠️ Fragmented tools, manual SME validation, and compliance risk</a:t>
            </a:r>
            <a:br/>
            <a:r>
              <a:t>⏱️ Delays and backlogs from missing data and unclear ownership</a:t>
            </a:r>
            <a:br/>
            <a:r>
              <a:t>🧾 No unified visibility into SLAs, risks, or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3657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003366"/>
                </a:solidFill>
              </a:defRPr>
            </a:pPr>
            <a:r>
              <a:t>Why We Must Transform</a:t>
            </a:r>
          </a:p>
          <a:p>
            <a:pPr>
              <a:spcAft>
                <a:spcPts val="600"/>
              </a:spcAft>
              <a:defRPr sz="1400"/>
            </a:pPr>
            <a:r>
              <a:t>🔁 Disconnected systems across Excel, Jira, APIGEE, IAM</a:t>
            </a:r>
            <a:br/>
            <a:r>
              <a:t>📉 &lt;10% onboarding requests picked up</a:t>
            </a:r>
            <a:br/>
            <a:r>
              <a:t>🚧 High SME dependency and lack of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3657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003366"/>
                </a:solidFill>
              </a:defRPr>
            </a:pPr>
            <a:r>
              <a:t>Strategic Impact Areas</a:t>
            </a:r>
          </a:p>
          <a:p>
            <a:pPr>
              <a:spcAft>
                <a:spcPts val="600"/>
              </a:spcAft>
              <a:defRPr sz="1400"/>
            </a:pPr>
            <a:r>
              <a:t>🎯 Product Mgmt: Accelerated launches, reduced rework</a:t>
            </a:r>
            <a:br/>
            <a:r>
              <a:t>👥 Leadership: Visibility into SLAs and proactive governance</a:t>
            </a:r>
            <a:br/>
            <a:r>
              <a:t>📊 Partner Resources: Reduced burnout and automation-enabled scaling</a:t>
            </a:r>
            <a:br/>
            <a:r>
              <a:t>💰 Financial: Cost savings from efficiency and faster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657600"/>
            <a:ext cx="3657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003366"/>
                </a:solidFill>
              </a:defRPr>
            </a:pPr>
            <a:r>
              <a:t>The Vision — Onboard360 AI</a:t>
            </a:r>
          </a:p>
          <a:p>
            <a:pPr>
              <a:spcAft>
                <a:spcPts val="600"/>
              </a:spcAft>
              <a:defRPr sz="1400"/>
            </a:pPr>
            <a:r>
              <a:t>🤖 Automates repetitive tasks</a:t>
            </a:r>
            <a:br/>
            <a:r>
              <a:t>✅ Validates inputs in real-time</a:t>
            </a:r>
            <a:br/>
            <a:r>
              <a:t>🧠 Guides partners with contextual intelligence</a:t>
            </a:r>
            <a:br/>
            <a:r>
              <a:t>📈 Tracks SLAs and ensures compliance</a:t>
            </a:r>
            <a:br/>
            <a:br/>
            <a:r>
              <a:t>AI acts as a co-pilot, not a replacement — empowering humans to focus on what matters most.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>
                <a:solidFill>
                  <a:srgbClr val="6F3198"/>
                </a:solidFill>
              </a:defRPr>
            </a:pPr>
            <a:r>
              <a:t>We’re not just digitizing onboarding — we’re redesigning it for intelligence, scale, and speed.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000">
                <a:solidFill>
                  <a:srgbClr val="7F0000"/>
                </a:solidFill>
              </a:defRPr>
            </a:pPr>
            <a:r>
              <a:t>From Manual Chaos → To Unified Intelligence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A visual evolution of partner onboarding through Onboard360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990000"/>
                </a:solidFill>
              </a:defRPr>
            </a:pPr>
            <a:r>
              <a:t>🟥 TODAY: Manual, Fragmented, Inefficient</a:t>
            </a:r>
          </a:p>
          <a:p>
            <a:pPr>
              <a:spcAft>
                <a:spcPts val="600"/>
              </a:spcAft>
              <a:defRPr sz="1400"/>
            </a:pPr>
            <a:r>
              <a:t>• Intake templates, metadata sheets, and emails in silos</a:t>
            </a:r>
            <a:br/>
            <a:r>
              <a:t>• Manual SME validation → delays and backlog</a:t>
            </a:r>
            <a:br/>
            <a:r>
              <a:t>• No orchestration across Excel, Jira, Kafka, IAM</a:t>
            </a:r>
            <a:br/>
            <a:r>
              <a:t>• Limited visibility into SLAs and readiness</a:t>
            </a:r>
            <a:br/>
            <a:r>
              <a:t>• Compliance steps inconsistently executed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000">
                <a:solidFill>
                  <a:srgbClr val="006633"/>
                </a:solidFill>
              </a:defRPr>
            </a:pPr>
            <a:r>
              <a:t>🟩 TOMORROW: Unified, Agentic, Intelligent</a:t>
            </a:r>
          </a:p>
          <a:p>
            <a:pPr>
              <a:spcAft>
                <a:spcPts val="600"/>
              </a:spcAft>
              <a:defRPr sz="1400"/>
            </a:pPr>
            <a:r>
              <a:t>• Single AI-powered platform connecting all tools</a:t>
            </a:r>
            <a:br/>
            <a:r>
              <a:t>• Real-time validation and SLA tracking</a:t>
            </a:r>
            <a:br/>
            <a:r>
              <a:t>• AI co-pilot automates repetitive tasks</a:t>
            </a:r>
            <a:br/>
            <a:r>
              <a:t>• Contextual guidance empowers SMEs</a:t>
            </a:r>
            <a:br/>
            <a:r>
              <a:t>• Compliance and governance embedded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3200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/>
            </a:pPr>
            <a:r>
              <a:t>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6F3198"/>
                </a:solidFill>
              </a:defRPr>
            </a:pPr>
            <a:r>
              <a:t>Onboard360 AI — Transforming effort into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000">
                <a:solidFill>
                  <a:srgbClr val="7F0000"/>
                </a:solidFill>
              </a:defRPr>
            </a:pPr>
            <a:r>
              <a:t>Onboard360 AI Copilot — The Intelligent Orchestrator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Connecting partners, systems, and SMEs through contextual intelligence.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2743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1600"/>
            </a:pPr>
            <a:r>
              <a:t>🤖 Onboard360 AI Copilot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22860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1400"/>
            </a:pPr>
            <a:r>
              <a:t>Partner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22860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1400"/>
            </a:pPr>
            <a:r>
              <a:t>SMEs &amp; Reviewers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560320"/>
            <a:ext cx="22860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1400"/>
            </a:pPr>
            <a:r>
              <a:t>Leadership Dashboards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657600"/>
            <a:ext cx="22860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1400"/>
            </a:pPr>
            <a:r>
              <a:t>Governance &amp;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8346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➡️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840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➡️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8346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⬅️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840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/>
            </a:pPr>
            <a:r>
              <a:t>⬅️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6F3198"/>
                </a:solidFill>
              </a:defRPr>
            </a:pPr>
            <a:r>
              <a:t>The AI Copilot orchestrates validation, automation, SLA tracking, and compliance — driving end-to-end intelligent onboarding.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